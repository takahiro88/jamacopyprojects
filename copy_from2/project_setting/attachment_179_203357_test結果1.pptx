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1"/>
    <p:sldMasterId id="2147483871" r:id="rId2"/>
  </p:sldMasterIdLst>
  <p:notesMasterIdLst>
    <p:notesMasterId r:id="rId6"/>
  </p:notesMasterIdLst>
  <p:sldIdLst>
    <p:sldId id="440" r:id="rId3"/>
    <p:sldId id="1470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72F02A26-58C7-439C-B9CF-92C3F055807D}">
          <p14:sldIdLst>
            <p14:sldId id="440"/>
            <p14:sldId id="1470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04" autoAdjust="0"/>
    <p:restoredTop sz="94660"/>
  </p:normalViewPr>
  <p:slideViewPr>
    <p:cSldViewPr>
      <p:cViewPr varScale="1">
        <p:scale>
          <a:sx n="108" d="100"/>
          <a:sy n="108" d="100"/>
        </p:scale>
        <p:origin x="10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584C8-5F40-480D-8796-2BFA3B7D51BB}" type="datetimeFigureOut">
              <a:rPr kumimoji="1" lang="ja-JP" altLang="en-US" smtClean="0"/>
              <a:t>2025/12/17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9D849-396D-4318-ADF3-0F03FDFBCD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116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87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27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55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9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79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8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9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213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4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39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616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E794D4-5E0B-4BFE-85A2-464C6DC0E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8F22CC-29A3-4386-B31D-99299E4AA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E8EFC3-DE48-4CBE-B5A6-41FB4B49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FB053A-954D-415F-A747-5A5B1FA4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371F04-E8AF-4D0D-AA18-ECB62E63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338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DCD1AC-8211-492D-9395-97B8032C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440" y="644581"/>
            <a:ext cx="10540360" cy="83181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4D2FE3-B779-473F-A354-4063E178E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995"/>
            <a:ext cx="10515600" cy="4630967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635EB9-0868-489F-9D2E-C79B2532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1424" y="6356350"/>
            <a:ext cx="7241976" cy="365125"/>
          </a:xfrm>
        </p:spPr>
        <p:txBody>
          <a:bodyPr/>
          <a:lstStyle/>
          <a:p>
            <a:r>
              <a:rPr lang="en-US" dirty="0"/>
              <a:t>Copyright </a:t>
            </a:r>
            <a:r>
              <a:rPr lang="ja-JP" altLang="en-US" dirty="0"/>
              <a:t>＠ </a:t>
            </a:r>
            <a:r>
              <a:rPr lang="en-US" altLang="ja-JP" dirty="0"/>
              <a:t>2019 Accelerated Software Engineering Ltd.,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D132B3-6BA6-49C6-8FC4-329CE292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430" y="645333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D617F64-9315-4864-B2FA-C610B025FA6E}"/>
              </a:ext>
            </a:extLst>
          </p:cNvPr>
          <p:cNvSpPr/>
          <p:nvPr userDrawn="1"/>
        </p:nvSpPr>
        <p:spPr>
          <a:xfrm>
            <a:off x="9560" y="6383734"/>
            <a:ext cx="12192000" cy="501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Copyright </a:t>
            </a:r>
            <a:r>
              <a:rPr lang="ja-JP" altLang="en-US" sz="1200" dirty="0"/>
              <a:t>＠ </a:t>
            </a:r>
            <a:r>
              <a:rPr lang="en-US" altLang="ja-JP" sz="1200" dirty="0"/>
              <a:t>2025 Accelerated Software Engineering Ltd.,                                                   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C90FB1E-081E-4808-BB5E-3F286ADCF6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12270" y="39539"/>
            <a:ext cx="3240360" cy="335210"/>
          </a:xfrm>
          <a:prstGeom prst="rect">
            <a:avLst/>
          </a:prstGeom>
        </p:spPr>
      </p:pic>
      <p:pic>
        <p:nvPicPr>
          <p:cNvPr id="8" name="図 7" descr="クリップアート が含まれている画像&#10;&#10;自動的に生成された説明">
            <a:extLst>
              <a:ext uri="{FF2B5EF4-FFF2-40B4-BE49-F238E27FC236}">
                <a16:creationId xmlns:a16="http://schemas.microsoft.com/office/drawing/2014/main" id="{2DABB8F3-4F93-43EE-A9FE-624044C536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909" y="93433"/>
            <a:ext cx="410475" cy="35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11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5FA536-6A18-45A3-AA9A-3F0BFE2D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D31C7A-00D4-4D7F-9F26-F1773D2A0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590E01-9310-414C-AEB7-94E590F0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7269A1-B1BA-4FE7-BADC-61E4B719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F7A949-F344-48F4-B037-F9C62A10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14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C0310F-3744-4260-BE8C-7251D09C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B216CA-A704-44BE-9F29-CA86E1F37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6BEA7F-F0D0-474E-AB3F-C80618992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80E955-1A56-4170-8B55-A3735FA5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1DFC39-7FE9-4CEE-B456-90458A013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8EFE01-AF5E-4911-80AF-A74FC85A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550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02AD2E-2E61-483D-9DDD-73AB0350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81A7F5-6831-4F9D-A83E-E9D2B3EA2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B304DA-3051-4B9A-AEAA-B1615BB3D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46FC3AA-6D98-477F-958B-CD3224AA0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3CDA4B1-69C4-493A-BFD2-8FC37F851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6073777-7D24-4CA9-ADA8-FD002EF4F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C4F6A46-0D9D-4233-A261-AC235F7B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3AB282E-49B2-4C54-AF0D-92A37A73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892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AB78B4-46A4-4B3F-BA37-3D30A2A1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C0813F7-68BF-4C5C-9AD1-3EAA2598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34F7660-E73B-4718-9A20-EEB8CA27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37024F3-02AC-4DB6-A505-2007B8E0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00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9DE7D65-86DB-4690-9895-7B474048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2A39D3E-AA1F-4836-A1F4-FCD7A460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0ADD75-673A-4D88-8ECA-8DF0C960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945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7CE7E-95DA-40D2-89E6-6D15AEF92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3896CB-CC07-4BF6-B19D-7DE5D301B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1F48CC-4355-4B70-890F-F2A347385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0BDBA4-F1D3-4E48-82F8-E1A447840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D53D76-7F9E-4087-AAB2-3A823E53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3F601E-8582-4C5D-A3C1-426EFDFE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298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F40D57-251E-4626-9457-2830ED094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0EF601A-2AB6-4949-ACFD-520413CFD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F89437-0B38-4E6E-92F2-49CF82B97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8CF181-0513-4C50-8ECF-28C45B0A1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72D602-5E39-442B-B3E6-1C9BC3CCD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84F347-2DC1-400A-8913-5FBFAD7AC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78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77DE37-A0DD-4114-BE99-0AF895EE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59B9577-3E73-452B-9AAF-453B053D2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CF2BBD-D19A-422C-8D58-391C414AA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7E5F51-C97D-4344-A4A3-12051159D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0F62F2-A9AE-4031-99AD-F37FEC31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05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745CD75-A268-4B11-A09B-FC0BB6688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CCC70E-F0E8-4991-B2A2-CE08AA647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BA91DC-95AF-4813-AD99-391DE33B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D27BF2-8D14-426D-855F-F00BC745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9F8E04-A333-422D-AC6E-05DA8CC9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92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CCE5C0-3471-4807-A8C8-1084D343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A2CB24-440A-4643-B65B-A100AC6B1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C0191E-B38B-448E-A365-E290E6E7A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D15118-25FC-4470-AF84-C58E2759C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＠ 2019 Accelerated Software Engineering Ltd.,</a:t>
            </a:r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672D12-EA8F-4C95-83B3-719A0D0A7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357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クリップアート が含まれている画像&#10;&#10;自動的に生成された説明">
            <a:extLst>
              <a:ext uri="{FF2B5EF4-FFF2-40B4-BE49-F238E27FC236}">
                <a16:creationId xmlns:a16="http://schemas.microsoft.com/office/drawing/2014/main" id="{9277B5CC-36A7-4993-9248-8FF00C0C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357" y="5861235"/>
            <a:ext cx="876803" cy="76660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8A02034-4CF0-44E2-BADE-8D1BCEA08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248" y="5678921"/>
            <a:ext cx="3857887" cy="1008223"/>
          </a:xfrm>
          <a:prstGeom prst="rect">
            <a:avLst/>
          </a:prstGeom>
        </p:spPr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31245A-4B2C-598B-65CE-9A93BA46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3" name="タイトル 16">
            <a:extLst>
              <a:ext uri="{FF2B5EF4-FFF2-40B4-BE49-F238E27FC236}">
                <a16:creationId xmlns:a16="http://schemas.microsoft.com/office/drawing/2014/main" id="{704E5055-08EF-1FDE-0C92-C91E7D15B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416" y="1196752"/>
            <a:ext cx="11161240" cy="64807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ja-JP" sz="480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Test</a:t>
            </a:r>
            <a:endParaRPr lang="ja-JP" altLang="en-US" sz="4800" b="1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7259FC4-A7F8-B862-42F5-224615E33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488" y="5597050"/>
            <a:ext cx="2559353" cy="1090094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F26C4D6-36D1-3A99-8640-30A8ACA3F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278" y="90420"/>
            <a:ext cx="5662368" cy="585763"/>
          </a:xfrm>
          <a:prstGeom prst="rect">
            <a:avLst/>
          </a:prstGeom>
        </p:spPr>
      </p:pic>
      <p:sp>
        <p:nvSpPr>
          <p:cNvPr id="10" name="字幕 9">
            <a:extLst>
              <a:ext uri="{FF2B5EF4-FFF2-40B4-BE49-F238E27FC236}">
                <a16:creationId xmlns:a16="http://schemas.microsoft.com/office/drawing/2014/main" id="{5C411005-A54B-0234-325B-5D45901B10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10057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6D13B-92E4-648D-BD3E-4C9BEEA2A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13A7DE-EB5A-523B-B463-19474449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44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BBFEB36-FDDE-40E9-ACD6-344551A5C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3933056"/>
            <a:ext cx="7856469" cy="81273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9BAAF6-2381-4CE5-B0FF-F597B7288255}"/>
              </a:ext>
            </a:extLst>
          </p:cNvPr>
          <p:cNvSpPr/>
          <p:nvPr/>
        </p:nvSpPr>
        <p:spPr>
          <a:xfrm>
            <a:off x="5864" y="0"/>
            <a:ext cx="12186136" cy="76660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1891A27-008F-4564-96FA-0FA0D2832D83}"/>
              </a:ext>
            </a:extLst>
          </p:cNvPr>
          <p:cNvSpPr/>
          <p:nvPr/>
        </p:nvSpPr>
        <p:spPr>
          <a:xfrm>
            <a:off x="1343471" y="6091396"/>
            <a:ext cx="10837147" cy="76660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http://accelsofteng.com/japan/</a:t>
            </a:r>
            <a:endParaRPr kumimoji="1" lang="ja-JP" altLang="en-US" b="1" dirty="0"/>
          </a:p>
        </p:txBody>
      </p:sp>
      <p:pic>
        <p:nvPicPr>
          <p:cNvPr id="8" name="図 7" descr="クリップアート が含まれている画像&#10;&#10;自動的に生成された説明">
            <a:extLst>
              <a:ext uri="{FF2B5EF4-FFF2-40B4-BE49-F238E27FC236}">
                <a16:creationId xmlns:a16="http://schemas.microsoft.com/office/drawing/2014/main" id="{0CA08D4B-1B35-4D7F-BD18-53918D6F0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5987967"/>
            <a:ext cx="804795" cy="703646"/>
          </a:xfrm>
          <a:prstGeom prst="rect">
            <a:avLst/>
          </a:prstGeom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5A9F723-7792-53D2-F086-974DD5D1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259390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-Simulink.pptx" id="{C098E530-6864-4D56-9155-2772EEDE6755}" vid="{0C491E6D-5DDD-48F3-8454-7B17F91F64B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-Simulink.pptx" id="{C098E530-6864-4D56-9155-2772EEDE6755}" vid="{FF14FF34-67E9-4813-A893-2498C62D7EE9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Accel_Company</Template>
  <TotalTime>15909</TotalTime>
  <Words>12</Words>
  <Application>Microsoft Office PowerPoint</Application>
  <PresentationFormat>ワイド画面</PresentationFormat>
  <Paragraphs>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Wingdings 2</vt:lpstr>
      <vt:lpstr>HDOfficeLightV0</vt:lpstr>
      <vt:lpstr>Office テーマ</vt:lpstr>
      <vt:lpstr>Test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Takahashi Takahiro</dc:creator>
  <cp:lastModifiedBy>ase</cp:lastModifiedBy>
  <cp:revision>202</cp:revision>
  <cp:lastPrinted>2025-06-16T21:48:43Z</cp:lastPrinted>
  <dcterms:created xsi:type="dcterms:W3CDTF">2019-11-21T05:41:40Z</dcterms:created>
  <dcterms:modified xsi:type="dcterms:W3CDTF">2025-12-16T22:38:00Z</dcterms:modified>
</cp:coreProperties>
</file>